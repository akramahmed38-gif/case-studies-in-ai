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256" r:id="rId2"/>
    <p:sldId id="257" r:id="rId3"/>
    <p:sldId id="258" r:id="rId4"/>
    <p:sldId id="268" r:id="rId5"/>
    <p:sldId id="259" r:id="rId6"/>
    <p:sldId id="265" r:id="rId7"/>
    <p:sldId id="269" r:id="rId8"/>
    <p:sldId id="273" r:id="rId9"/>
    <p:sldId id="274" r:id="rId10"/>
    <p:sldId id="272" r:id="rId11"/>
    <p:sldId id="261" r:id="rId12"/>
    <p:sldId id="275" r:id="rId13"/>
    <p:sldId id="262" r:id="rId14"/>
    <p:sldId id="276" r:id="rId15"/>
    <p:sldId id="263" r:id="rId16"/>
    <p:sldId id="270" r:id="rId17"/>
    <p:sldId id="264" r:id="rId18"/>
    <p:sldId id="271" r:id="rId19"/>
    <p:sldId id="266" r:id="rId20"/>
    <p:sldId id="277" r:id="rId21"/>
    <p:sldId id="26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306DE-DD49-4F27-9A57-AC5DC4177D05}" v="8" dt="2026-03-30T20:04:30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ed Mohamed" userId="b866e970-8006-49f0-bf30-97b33a1cc9a3" providerId="ADAL" clId="{A37D491B-6170-44B5-B3ED-0023ED01D319}"/>
    <pc:docChg chg="undo custSel addSld delSld modSld">
      <pc:chgData name="Khaled Mohamed" userId="b866e970-8006-49f0-bf30-97b33a1cc9a3" providerId="ADAL" clId="{A37D491B-6170-44B5-B3ED-0023ED01D319}" dt="2026-03-30T20:10:53.989" v="188" actId="14100"/>
      <pc:docMkLst>
        <pc:docMk/>
      </pc:docMkLst>
      <pc:sldChg chg="addSp modSp add mod setBg">
        <pc:chgData name="Khaled Mohamed" userId="b866e970-8006-49f0-bf30-97b33a1cc9a3" providerId="ADAL" clId="{A37D491B-6170-44B5-B3ED-0023ED01D319}" dt="2026-03-30T20:05:35.159" v="180" actId="20577"/>
        <pc:sldMkLst>
          <pc:docMk/>
          <pc:sldMk cId="0" sldId="256"/>
        </pc:sldMkLst>
        <pc:spChg chg="mod">
          <ac:chgData name="Khaled Mohamed" userId="b866e970-8006-49f0-bf30-97b33a1cc9a3" providerId="ADAL" clId="{A37D491B-6170-44B5-B3ED-0023ED01D319}" dt="2026-03-30T17:45:14.834" v="116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7:45:19.115" v="11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4:44:43.185" v="52" actId="404"/>
          <ac:spMkLst>
            <pc:docMk/>
            <pc:sldMk cId="0" sldId="256"/>
            <ac:spMk id="7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20:05:35.159" v="180" actId="20577"/>
          <ac:spMkLst>
            <pc:docMk/>
            <pc:sldMk cId="0" sldId="256"/>
            <ac:spMk id="11" creationId="{00000000-0000-0000-0000-000000000000}"/>
          </ac:spMkLst>
        </pc:spChg>
        <pc:picChg chg="add mod">
          <ac:chgData name="Khaled Mohamed" userId="b866e970-8006-49f0-bf30-97b33a1cc9a3" providerId="ADAL" clId="{A37D491B-6170-44B5-B3ED-0023ED01D319}" dt="2026-03-30T17:45:36.670" v="121" actId="14100"/>
          <ac:picMkLst>
            <pc:docMk/>
            <pc:sldMk cId="0" sldId="256"/>
            <ac:picMk id="13" creationId="{56EF7793-2099-4130-220A-1B1908FA21C5}"/>
          </ac:picMkLst>
        </pc:picChg>
      </pc:sldChg>
      <pc:sldChg chg="add setBg">
        <pc:chgData name="Khaled Mohamed" userId="b866e970-8006-49f0-bf30-97b33a1cc9a3" providerId="ADAL" clId="{A37D491B-6170-44B5-B3ED-0023ED01D319}" dt="2026-03-30T11:55:01.494" v="1"/>
        <pc:sldMkLst>
          <pc:docMk/>
          <pc:sldMk cId="0" sldId="257"/>
        </pc:sldMkLst>
      </pc:sldChg>
      <pc:sldChg chg="modSp add mod setBg">
        <pc:chgData name="Khaled Mohamed" userId="b866e970-8006-49f0-bf30-97b33a1cc9a3" providerId="ADAL" clId="{A37D491B-6170-44B5-B3ED-0023ED01D319}" dt="2026-03-30T17:05:55.766" v="93" actId="108"/>
        <pc:sldMkLst>
          <pc:docMk/>
          <pc:sldMk cId="0" sldId="258"/>
        </pc:sldMkLst>
        <pc:spChg chg="mod">
          <ac:chgData name="Khaled Mohamed" userId="b866e970-8006-49f0-bf30-97b33a1cc9a3" providerId="ADAL" clId="{A37D491B-6170-44B5-B3ED-0023ED01D319}" dt="2026-03-30T17:05:55.766" v="93" actId="108"/>
          <ac:spMkLst>
            <pc:docMk/>
            <pc:sldMk cId="0" sldId="258"/>
            <ac:spMk id="8" creationId="{00000000-0000-0000-0000-000000000000}"/>
          </ac:spMkLst>
        </pc:spChg>
      </pc:sldChg>
      <pc:sldChg chg="modSp add mod setBg">
        <pc:chgData name="Khaled Mohamed" userId="b866e970-8006-49f0-bf30-97b33a1cc9a3" providerId="ADAL" clId="{A37D491B-6170-44B5-B3ED-0023ED01D319}" dt="2026-03-30T17:40:34.559" v="107" actId="20577"/>
        <pc:sldMkLst>
          <pc:docMk/>
          <pc:sldMk cId="0" sldId="259"/>
        </pc:sldMkLst>
        <pc:spChg chg="mod">
          <ac:chgData name="Khaled Mohamed" userId="b866e970-8006-49f0-bf30-97b33a1cc9a3" providerId="ADAL" clId="{A37D491B-6170-44B5-B3ED-0023ED01D319}" dt="2026-03-30T17:40:14.917" v="98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7:40:21.988" v="102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7:40:34.559" v="107" actId="20577"/>
          <ac:spMkLst>
            <pc:docMk/>
            <pc:sldMk cId="0" sldId="259"/>
            <ac:spMk id="36" creationId="{00000000-0000-0000-0000-000000000000}"/>
          </ac:spMkLst>
        </pc:spChg>
      </pc:sldChg>
      <pc:sldChg chg="add setBg">
        <pc:chgData name="Khaled Mohamed" userId="b866e970-8006-49f0-bf30-97b33a1cc9a3" providerId="ADAL" clId="{A37D491B-6170-44B5-B3ED-0023ED01D319}" dt="2026-03-30T11:55:01.494" v="1"/>
        <pc:sldMkLst>
          <pc:docMk/>
          <pc:sldMk cId="0" sldId="261"/>
        </pc:sldMkLst>
      </pc:sldChg>
      <pc:sldChg chg="add setBg">
        <pc:chgData name="Khaled Mohamed" userId="b866e970-8006-49f0-bf30-97b33a1cc9a3" providerId="ADAL" clId="{A37D491B-6170-44B5-B3ED-0023ED01D319}" dt="2026-03-30T11:55:01.494" v="1"/>
        <pc:sldMkLst>
          <pc:docMk/>
          <pc:sldMk cId="0" sldId="262"/>
        </pc:sldMkLst>
      </pc:sldChg>
      <pc:sldChg chg="add setBg">
        <pc:chgData name="Khaled Mohamed" userId="b866e970-8006-49f0-bf30-97b33a1cc9a3" providerId="ADAL" clId="{A37D491B-6170-44B5-B3ED-0023ED01D319}" dt="2026-03-30T19:42:36.493" v="122"/>
        <pc:sldMkLst>
          <pc:docMk/>
          <pc:sldMk cId="0" sldId="263"/>
        </pc:sldMkLst>
      </pc:sldChg>
      <pc:sldChg chg="add setBg">
        <pc:chgData name="Khaled Mohamed" userId="b866e970-8006-49f0-bf30-97b33a1cc9a3" providerId="ADAL" clId="{A37D491B-6170-44B5-B3ED-0023ED01D319}" dt="2026-03-30T19:42:36.493" v="122"/>
        <pc:sldMkLst>
          <pc:docMk/>
          <pc:sldMk cId="0" sldId="264"/>
        </pc:sldMkLst>
      </pc:sldChg>
      <pc:sldChg chg="add setBg">
        <pc:chgData name="Khaled Mohamed" userId="b866e970-8006-49f0-bf30-97b33a1cc9a3" providerId="ADAL" clId="{A37D491B-6170-44B5-B3ED-0023ED01D319}" dt="2026-03-30T11:55:01.494" v="1"/>
        <pc:sldMkLst>
          <pc:docMk/>
          <pc:sldMk cId="0" sldId="265"/>
        </pc:sldMkLst>
      </pc:sldChg>
      <pc:sldChg chg="add setBg">
        <pc:chgData name="Khaled Mohamed" userId="b866e970-8006-49f0-bf30-97b33a1cc9a3" providerId="ADAL" clId="{A37D491B-6170-44B5-B3ED-0023ED01D319}" dt="2026-03-30T19:42:36.493" v="122"/>
        <pc:sldMkLst>
          <pc:docMk/>
          <pc:sldMk cId="0" sldId="266"/>
        </pc:sldMkLst>
      </pc:sldChg>
      <pc:sldChg chg="add setBg">
        <pc:chgData name="Khaled Mohamed" userId="b866e970-8006-49f0-bf30-97b33a1cc9a3" providerId="ADAL" clId="{A37D491B-6170-44B5-B3ED-0023ED01D319}" dt="2026-03-30T19:42:36.493" v="122"/>
        <pc:sldMkLst>
          <pc:docMk/>
          <pc:sldMk cId="0" sldId="267"/>
        </pc:sldMkLst>
      </pc:sldChg>
      <pc:sldChg chg="addSp delSp modSp add mod setBg delDesignElem">
        <pc:chgData name="Khaled Mohamed" userId="b866e970-8006-49f0-bf30-97b33a1cc9a3" providerId="ADAL" clId="{A37D491B-6170-44B5-B3ED-0023ED01D319}" dt="2026-03-30T19:59:39.326" v="147" actId="1076"/>
        <pc:sldMkLst>
          <pc:docMk/>
          <pc:sldMk cId="196907469" sldId="268"/>
        </pc:sldMkLst>
        <pc:spChg chg="add">
          <ac:chgData name="Khaled Mohamed" userId="b866e970-8006-49f0-bf30-97b33a1cc9a3" providerId="ADAL" clId="{A37D491B-6170-44B5-B3ED-0023ED01D319}" dt="2026-03-30T19:54:09.068" v="144" actId="26606"/>
          <ac:spMkLst>
            <pc:docMk/>
            <pc:sldMk cId="196907469" sldId="268"/>
            <ac:spMk id="5" creationId="{CF9A2BAF-0F59-46A1-ADAE-18D87454937F}"/>
          </ac:spMkLst>
        </pc:spChg>
        <pc:spChg chg="del">
          <ac:chgData name="Khaled Mohamed" userId="b866e970-8006-49f0-bf30-97b33a1cc9a3" providerId="ADAL" clId="{A37D491B-6170-44B5-B3ED-0023ED01D319}" dt="2026-03-30T11:55:01.494" v="1"/>
          <ac:spMkLst>
            <pc:docMk/>
            <pc:sldMk cId="196907469" sldId="268"/>
            <ac:spMk id="10" creationId="{CF9A2BAF-0F59-46A1-ADAE-18D87454937F}"/>
          </ac:spMkLst>
        </pc:spChg>
        <pc:picChg chg="add mod">
          <ac:chgData name="Khaled Mohamed" userId="b866e970-8006-49f0-bf30-97b33a1cc9a3" providerId="ADAL" clId="{A37D491B-6170-44B5-B3ED-0023ED01D319}" dt="2026-03-30T19:59:39.326" v="147" actId="1076"/>
          <ac:picMkLst>
            <pc:docMk/>
            <pc:sldMk cId="196907469" sldId="268"/>
            <ac:picMk id="3" creationId="{14250248-B9F6-2107-A731-295DECC573C0}"/>
          </ac:picMkLst>
        </pc:picChg>
        <pc:picChg chg="del">
          <ac:chgData name="Khaled Mohamed" userId="b866e970-8006-49f0-bf30-97b33a1cc9a3" providerId="ADAL" clId="{A37D491B-6170-44B5-B3ED-0023ED01D319}" dt="2026-03-30T19:51:02.121" v="126" actId="478"/>
          <ac:picMkLst>
            <pc:docMk/>
            <pc:sldMk cId="196907469" sldId="268"/>
            <ac:picMk id="3" creationId="{3A6E1F86-FAA2-632A-8176-44DD5BF65C0E}"/>
          </ac:picMkLst>
        </pc:picChg>
        <pc:picChg chg="add del mod">
          <ac:chgData name="Khaled Mohamed" userId="b866e970-8006-49f0-bf30-97b33a1cc9a3" providerId="ADAL" clId="{A37D491B-6170-44B5-B3ED-0023ED01D319}" dt="2026-03-30T19:51:10.570" v="129" actId="478"/>
          <ac:picMkLst>
            <pc:docMk/>
            <pc:sldMk cId="196907469" sldId="268"/>
            <ac:picMk id="4" creationId="{83001B57-D657-8EF5-8B48-6AF3C999651C}"/>
          </ac:picMkLst>
        </pc:picChg>
        <pc:picChg chg="add del mod">
          <ac:chgData name="Khaled Mohamed" userId="b866e970-8006-49f0-bf30-97b33a1cc9a3" providerId="ADAL" clId="{A37D491B-6170-44B5-B3ED-0023ED01D319}" dt="2026-03-30T19:51:25.451" v="135" actId="478"/>
          <ac:picMkLst>
            <pc:docMk/>
            <pc:sldMk cId="196907469" sldId="268"/>
            <ac:picMk id="6" creationId="{14638DFD-13E9-790E-2F5E-94236F2DF5C3}"/>
          </ac:picMkLst>
        </pc:picChg>
        <pc:picChg chg="add del mod">
          <ac:chgData name="Khaled Mohamed" userId="b866e970-8006-49f0-bf30-97b33a1cc9a3" providerId="ADAL" clId="{A37D491B-6170-44B5-B3ED-0023ED01D319}" dt="2026-03-30T19:51:22.686" v="134" actId="478"/>
          <ac:picMkLst>
            <pc:docMk/>
            <pc:sldMk cId="196907469" sldId="268"/>
            <ac:picMk id="8" creationId="{37C73D71-7BE9-428F-3629-65EA3CAA3385}"/>
          </ac:picMkLst>
        </pc:picChg>
      </pc:sldChg>
      <pc:sldChg chg="addSp delSp modSp add mod setBg">
        <pc:chgData name="Khaled Mohamed" userId="b866e970-8006-49f0-bf30-97b33a1cc9a3" providerId="ADAL" clId="{A37D491B-6170-44B5-B3ED-0023ED01D319}" dt="2026-03-30T20:02:28.099" v="171" actId="26606"/>
        <pc:sldMkLst>
          <pc:docMk/>
          <pc:sldMk cId="2817130637" sldId="269"/>
        </pc:sldMkLst>
        <pc:spChg chg="add del">
          <ac:chgData name="Khaled Mohamed" userId="b866e970-8006-49f0-bf30-97b33a1cc9a3" providerId="ADAL" clId="{A37D491B-6170-44B5-B3ED-0023ED01D319}" dt="2026-03-30T19:51:40.358" v="140" actId="26606"/>
          <ac:spMkLst>
            <pc:docMk/>
            <pc:sldMk cId="2817130637" sldId="269"/>
            <ac:spMk id="9" creationId="{CF9A2BAF-0F59-46A1-ADAE-18D87454937F}"/>
          </ac:spMkLst>
        </pc:spChg>
        <pc:spChg chg="add del">
          <ac:chgData name="Khaled Mohamed" userId="b866e970-8006-49f0-bf30-97b33a1cc9a3" providerId="ADAL" clId="{A37D491B-6170-44B5-B3ED-0023ED01D319}" dt="2026-03-30T19:51:40.358" v="140" actId="26606"/>
          <ac:spMkLst>
            <pc:docMk/>
            <pc:sldMk cId="2817130637" sldId="269"/>
            <ac:spMk id="11" creationId="{ABFA8CD2-9DD1-463F-94B6-F2A390BC9FD0}"/>
          </ac:spMkLst>
        </pc:spChg>
        <pc:spChg chg="add del">
          <ac:chgData name="Khaled Mohamed" userId="b866e970-8006-49f0-bf30-97b33a1cc9a3" providerId="ADAL" clId="{A37D491B-6170-44B5-B3ED-0023ED01D319}" dt="2026-03-30T19:51:40.358" v="140" actId="26606"/>
          <ac:spMkLst>
            <pc:docMk/>
            <pc:sldMk cId="2817130637" sldId="269"/>
            <ac:spMk id="13" creationId="{92B53684-2A8B-4C6B-8F55-3B5CE3994312}"/>
          </ac:spMkLst>
        </pc:spChg>
        <pc:spChg chg="add del">
          <ac:chgData name="Khaled Mohamed" userId="b866e970-8006-49f0-bf30-97b33a1cc9a3" providerId="ADAL" clId="{A37D491B-6170-44B5-B3ED-0023ED01D319}" dt="2026-03-30T20:02:28.099" v="171" actId="26606"/>
          <ac:spMkLst>
            <pc:docMk/>
            <pc:sldMk cId="2817130637" sldId="269"/>
            <ac:spMk id="15" creationId="{CF9A2BAF-0F59-46A1-ADAE-18D87454937F}"/>
          </ac:spMkLst>
        </pc:spChg>
        <pc:spChg chg="add">
          <ac:chgData name="Khaled Mohamed" userId="b866e970-8006-49f0-bf30-97b33a1cc9a3" providerId="ADAL" clId="{A37D491B-6170-44B5-B3ED-0023ED01D319}" dt="2026-03-30T20:02:28.099" v="171" actId="26606"/>
          <ac:spMkLst>
            <pc:docMk/>
            <pc:sldMk cId="2817130637" sldId="269"/>
            <ac:spMk id="20" creationId="{CF9A2BAF-0F59-46A1-ADAE-18D87454937F}"/>
          </ac:spMkLst>
        </pc:spChg>
        <pc:picChg chg="add mod">
          <ac:chgData name="Khaled Mohamed" userId="b866e970-8006-49f0-bf30-97b33a1cc9a3" providerId="ADAL" clId="{A37D491B-6170-44B5-B3ED-0023ED01D319}" dt="2026-03-30T20:02:28.099" v="171" actId="26606"/>
          <ac:picMkLst>
            <pc:docMk/>
            <pc:sldMk cId="2817130637" sldId="269"/>
            <ac:picMk id="3" creationId="{62A4EC57-FCB8-9456-5C86-FECEEA7CF12F}"/>
          </ac:picMkLst>
        </pc:picChg>
        <pc:picChg chg="del">
          <ac:chgData name="Khaled Mohamed" userId="b866e970-8006-49f0-bf30-97b33a1cc9a3" providerId="ADAL" clId="{A37D491B-6170-44B5-B3ED-0023ED01D319}" dt="2026-03-30T19:51:30.661" v="136" actId="478"/>
          <ac:picMkLst>
            <pc:docMk/>
            <pc:sldMk cId="2817130637" sldId="269"/>
            <ac:picMk id="3" creationId="{9DBF5E0A-186C-0676-F277-4B46E18A0DB5}"/>
          </ac:picMkLst>
        </pc:picChg>
        <pc:picChg chg="add del mod">
          <ac:chgData name="Khaled Mohamed" userId="b866e970-8006-49f0-bf30-97b33a1cc9a3" providerId="ADAL" clId="{A37D491B-6170-44B5-B3ED-0023ED01D319}" dt="2026-03-30T20:02:20.964" v="168" actId="478"/>
          <ac:picMkLst>
            <pc:docMk/>
            <pc:sldMk cId="2817130637" sldId="269"/>
            <ac:picMk id="4" creationId="{DE0E5939-E56E-CECE-7168-6695F89AE2DA}"/>
          </ac:picMkLst>
        </pc:picChg>
      </pc:sldChg>
      <pc:sldChg chg="addSp delSp modSp add mod setBg">
        <pc:chgData name="Khaled Mohamed" userId="b866e970-8006-49f0-bf30-97b33a1cc9a3" providerId="ADAL" clId="{A37D491B-6170-44B5-B3ED-0023ED01D319}" dt="2026-03-30T20:01:13.252" v="159" actId="26606"/>
        <pc:sldMkLst>
          <pc:docMk/>
          <pc:sldMk cId="2559796546" sldId="270"/>
        </pc:sldMkLst>
        <pc:spChg chg="add">
          <ac:chgData name="Khaled Mohamed" userId="b866e970-8006-49f0-bf30-97b33a1cc9a3" providerId="ADAL" clId="{A37D491B-6170-44B5-B3ED-0023ED01D319}" dt="2026-03-30T20:01:13.252" v="159" actId="26606"/>
          <ac:spMkLst>
            <pc:docMk/>
            <pc:sldMk cId="2559796546" sldId="270"/>
            <ac:spMk id="9" creationId="{CF9A2BAF-0F59-46A1-ADAE-18D87454937F}"/>
          </ac:spMkLst>
        </pc:spChg>
        <pc:picChg chg="del">
          <ac:chgData name="Khaled Mohamed" userId="b866e970-8006-49f0-bf30-97b33a1cc9a3" providerId="ADAL" clId="{A37D491B-6170-44B5-B3ED-0023ED01D319}" dt="2026-03-30T20:01:06.684" v="156" actId="478"/>
          <ac:picMkLst>
            <pc:docMk/>
            <pc:sldMk cId="2559796546" sldId="270"/>
            <ac:picMk id="3" creationId="{4871C690-A585-9FFF-3EAF-A63BA5A1B571}"/>
          </ac:picMkLst>
        </pc:picChg>
        <pc:picChg chg="add mod">
          <ac:chgData name="Khaled Mohamed" userId="b866e970-8006-49f0-bf30-97b33a1cc9a3" providerId="ADAL" clId="{A37D491B-6170-44B5-B3ED-0023ED01D319}" dt="2026-03-30T20:01:13.252" v="159" actId="26606"/>
          <ac:picMkLst>
            <pc:docMk/>
            <pc:sldMk cId="2559796546" sldId="270"/>
            <ac:picMk id="4" creationId="{241EE18D-577A-7B19-6B06-9E4A20EDAF42}"/>
          </ac:picMkLst>
        </pc:picChg>
      </pc:sldChg>
      <pc:sldChg chg="addSp delSp modSp add mod setBg">
        <pc:chgData name="Khaled Mohamed" userId="b866e970-8006-49f0-bf30-97b33a1cc9a3" providerId="ADAL" clId="{A37D491B-6170-44B5-B3ED-0023ED01D319}" dt="2026-03-30T20:00:25.479" v="151" actId="26606"/>
        <pc:sldMkLst>
          <pc:docMk/>
          <pc:sldMk cId="2806492722" sldId="271"/>
        </pc:sldMkLst>
        <pc:spChg chg="add">
          <ac:chgData name="Khaled Mohamed" userId="b866e970-8006-49f0-bf30-97b33a1cc9a3" providerId="ADAL" clId="{A37D491B-6170-44B5-B3ED-0023ED01D319}" dt="2026-03-30T20:00:25.479" v="151" actId="26606"/>
          <ac:spMkLst>
            <pc:docMk/>
            <pc:sldMk cId="2806492722" sldId="271"/>
            <ac:spMk id="9" creationId="{CF9A2BAF-0F59-46A1-ADAE-18D87454937F}"/>
          </ac:spMkLst>
        </pc:spChg>
        <pc:picChg chg="del">
          <ac:chgData name="Khaled Mohamed" userId="b866e970-8006-49f0-bf30-97b33a1cc9a3" providerId="ADAL" clId="{A37D491B-6170-44B5-B3ED-0023ED01D319}" dt="2026-03-30T20:00:15.300" v="148" actId="478"/>
          <ac:picMkLst>
            <pc:docMk/>
            <pc:sldMk cId="2806492722" sldId="271"/>
            <ac:picMk id="3" creationId="{212C6766-21F7-126E-F345-980A8E835DAD}"/>
          </ac:picMkLst>
        </pc:picChg>
        <pc:picChg chg="add mod">
          <ac:chgData name="Khaled Mohamed" userId="b866e970-8006-49f0-bf30-97b33a1cc9a3" providerId="ADAL" clId="{A37D491B-6170-44B5-B3ED-0023ED01D319}" dt="2026-03-30T20:00:25.479" v="151" actId="26606"/>
          <ac:picMkLst>
            <pc:docMk/>
            <pc:sldMk cId="2806492722" sldId="271"/>
            <ac:picMk id="4" creationId="{E790DDA2-8386-EB75-4EAD-6D30B9761923}"/>
          </ac:picMkLst>
        </pc:picChg>
      </pc:sldChg>
      <pc:sldChg chg="addSp delSp modSp add mod setBg">
        <pc:chgData name="Khaled Mohamed" userId="b866e970-8006-49f0-bf30-97b33a1cc9a3" providerId="ADAL" clId="{A37D491B-6170-44B5-B3ED-0023ED01D319}" dt="2026-03-30T20:01:37.075" v="163" actId="26606"/>
        <pc:sldMkLst>
          <pc:docMk/>
          <pc:sldMk cId="44077111" sldId="272"/>
        </pc:sldMkLst>
        <pc:spChg chg="add">
          <ac:chgData name="Khaled Mohamed" userId="b866e970-8006-49f0-bf30-97b33a1cc9a3" providerId="ADAL" clId="{A37D491B-6170-44B5-B3ED-0023ED01D319}" dt="2026-03-30T20:01:37.075" v="163" actId="26606"/>
          <ac:spMkLst>
            <pc:docMk/>
            <pc:sldMk cId="44077111" sldId="272"/>
            <ac:spMk id="9" creationId="{CF9A2BAF-0F59-46A1-ADAE-18D87454937F}"/>
          </ac:spMkLst>
        </pc:spChg>
        <pc:picChg chg="del">
          <ac:chgData name="Khaled Mohamed" userId="b866e970-8006-49f0-bf30-97b33a1cc9a3" providerId="ADAL" clId="{A37D491B-6170-44B5-B3ED-0023ED01D319}" dt="2026-03-30T20:01:28.452" v="160" actId="478"/>
          <ac:picMkLst>
            <pc:docMk/>
            <pc:sldMk cId="44077111" sldId="272"/>
            <ac:picMk id="3" creationId="{88972B43-9A50-DD3C-2DEF-F56D57A158AA}"/>
          </ac:picMkLst>
        </pc:picChg>
        <pc:picChg chg="add mod">
          <ac:chgData name="Khaled Mohamed" userId="b866e970-8006-49f0-bf30-97b33a1cc9a3" providerId="ADAL" clId="{A37D491B-6170-44B5-B3ED-0023ED01D319}" dt="2026-03-30T20:01:37.075" v="163" actId="26606"/>
          <ac:picMkLst>
            <pc:docMk/>
            <pc:sldMk cId="44077111" sldId="272"/>
            <ac:picMk id="4" creationId="{E8968256-1C9B-01A1-4A54-34B62AA61E26}"/>
          </ac:picMkLst>
        </pc:picChg>
      </pc:sldChg>
      <pc:sldChg chg="add">
        <pc:chgData name="Khaled Mohamed" userId="b866e970-8006-49f0-bf30-97b33a1cc9a3" providerId="ADAL" clId="{A37D491B-6170-44B5-B3ED-0023ED01D319}" dt="2026-03-30T11:55:01.494" v="1"/>
        <pc:sldMkLst>
          <pc:docMk/>
          <pc:sldMk cId="0" sldId="273"/>
        </pc:sldMkLst>
      </pc:sldChg>
      <pc:sldChg chg="delSp modSp add mod">
        <pc:chgData name="Khaled Mohamed" userId="b866e970-8006-49f0-bf30-97b33a1cc9a3" providerId="ADAL" clId="{A37D491B-6170-44B5-B3ED-0023ED01D319}" dt="2026-03-30T13:38:12.165" v="47" actId="1076"/>
        <pc:sldMkLst>
          <pc:docMk/>
          <pc:sldMk cId="0" sldId="274"/>
        </pc:sldMkLst>
        <pc:spChg chg="mod">
          <ac:chgData name="Khaled Mohamed" userId="b866e970-8006-49f0-bf30-97b33a1cc9a3" providerId="ADAL" clId="{A37D491B-6170-44B5-B3ED-0023ED01D319}" dt="2026-03-30T13:35:31.560" v="10" actId="20577"/>
          <ac:spMkLst>
            <pc:docMk/>
            <pc:sldMk cId="0" sldId="274"/>
            <ac:spMk id="6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14.683" v="22" actId="478"/>
          <ac:spMkLst>
            <pc:docMk/>
            <pc:sldMk cId="0" sldId="274"/>
            <ac:spMk id="7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29.494" v="9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25.673" v="7" actId="20577"/>
          <ac:spMkLst>
            <pc:docMk/>
            <pc:sldMk cId="0" sldId="274"/>
            <ac:spMk id="9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16.437" v="23" actId="478"/>
          <ac:spMkLst>
            <pc:docMk/>
            <pc:sldMk cId="0" sldId="274"/>
            <ac:spMk id="10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05.217" v="18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07.233" v="19" actId="20577"/>
          <ac:spMkLst>
            <pc:docMk/>
            <pc:sldMk cId="0" sldId="274"/>
            <ac:spMk id="12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18.461" v="24" actId="47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03.459" v="17" actId="20577"/>
          <ac:spMkLst>
            <pc:docMk/>
            <pc:sldMk cId="0" sldId="274"/>
            <ac:spMk id="14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00.279" v="16" actId="20577"/>
          <ac:spMkLst>
            <pc:docMk/>
            <pc:sldMk cId="0" sldId="274"/>
            <ac:spMk id="15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20.960" v="25" actId="478"/>
          <ac:spMkLst>
            <pc:docMk/>
            <pc:sldMk cId="0" sldId="274"/>
            <ac:spMk id="16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42.149" v="11" actId="20577"/>
          <ac:spMkLst>
            <pc:docMk/>
            <pc:sldMk cId="0" sldId="274"/>
            <ac:spMk id="17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44.629" v="12" actId="20577"/>
          <ac:spMkLst>
            <pc:docMk/>
            <pc:sldMk cId="0" sldId="274"/>
            <ac:spMk id="18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23.007" v="26" actId="478"/>
          <ac:spMkLst>
            <pc:docMk/>
            <pc:sldMk cId="0" sldId="274"/>
            <ac:spMk id="19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09.009" v="20" actId="2057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46.871" v="13" actId="20577"/>
          <ac:spMkLst>
            <pc:docMk/>
            <pc:sldMk cId="0" sldId="274"/>
            <ac:spMk id="21" creationId="{00000000-0000-0000-0000-000000000000}"/>
          </ac:spMkLst>
        </pc:spChg>
        <pc:spChg chg="del">
          <ac:chgData name="Khaled Mohamed" userId="b866e970-8006-49f0-bf30-97b33a1cc9a3" providerId="ADAL" clId="{A37D491B-6170-44B5-B3ED-0023ED01D319}" dt="2026-03-30T13:36:26.379" v="27" actId="478"/>
          <ac:spMkLst>
            <pc:docMk/>
            <pc:sldMk cId="0" sldId="274"/>
            <ac:spMk id="22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12.404" v="21" actId="20577"/>
          <ac:spMkLst>
            <pc:docMk/>
            <pc:sldMk cId="0" sldId="274"/>
            <ac:spMk id="23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5:49.763" v="14" actId="20577"/>
          <ac:spMkLst>
            <pc:docMk/>
            <pc:sldMk cId="0" sldId="274"/>
            <ac:spMk id="24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49.667" v="31" actId="107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54.365" v="43" actId="107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49.531" v="42" actId="107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57.806" v="44" actId="107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6:56.563" v="32" actId="1076"/>
          <ac:spMkLst>
            <pc:docMk/>
            <pc:sldMk cId="0" sldId="274"/>
            <ac:spMk id="30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00.793" v="33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04.852" v="34" actId="107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8:08.077" v="46" actId="1076"/>
          <ac:spMkLst>
            <pc:docMk/>
            <pc:sldMk cId="0" sldId="274"/>
            <ac:spMk id="34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13.735" v="36" actId="1076"/>
          <ac:spMkLst>
            <pc:docMk/>
            <pc:sldMk cId="0" sldId="274"/>
            <ac:spMk id="36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8:02.508" v="45" actId="1076"/>
          <ac:spMkLst>
            <pc:docMk/>
            <pc:sldMk cId="0" sldId="274"/>
            <ac:spMk id="37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8:12.165" v="47" actId="1076"/>
          <ac:spMkLst>
            <pc:docMk/>
            <pc:sldMk cId="0" sldId="274"/>
            <ac:spMk id="38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31.165" v="39" actId="107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Khaled Mohamed" userId="b866e970-8006-49f0-bf30-97b33a1cc9a3" providerId="ADAL" clId="{A37D491B-6170-44B5-B3ED-0023ED01D319}" dt="2026-03-30T13:37:39.843" v="40" actId="1076"/>
          <ac:spMkLst>
            <pc:docMk/>
            <pc:sldMk cId="0" sldId="274"/>
            <ac:spMk id="41" creationId="{00000000-0000-0000-0000-000000000000}"/>
          </ac:spMkLst>
        </pc:spChg>
      </pc:sldChg>
      <pc:sldChg chg="addSp delSp modSp add mod setBg">
        <pc:chgData name="Khaled Mohamed" userId="b866e970-8006-49f0-bf30-97b33a1cc9a3" providerId="ADAL" clId="{A37D491B-6170-44B5-B3ED-0023ED01D319}" dt="2026-03-30T20:01:56.356" v="167" actId="26606"/>
        <pc:sldMkLst>
          <pc:docMk/>
          <pc:sldMk cId="2151221350" sldId="275"/>
        </pc:sldMkLst>
        <pc:spChg chg="add">
          <ac:chgData name="Khaled Mohamed" userId="b866e970-8006-49f0-bf30-97b33a1cc9a3" providerId="ADAL" clId="{A37D491B-6170-44B5-B3ED-0023ED01D319}" dt="2026-03-30T20:01:56.356" v="167" actId="26606"/>
          <ac:spMkLst>
            <pc:docMk/>
            <pc:sldMk cId="2151221350" sldId="275"/>
            <ac:spMk id="9" creationId="{CF9A2BAF-0F59-46A1-ADAE-18D87454937F}"/>
          </ac:spMkLst>
        </pc:spChg>
        <pc:picChg chg="del">
          <ac:chgData name="Khaled Mohamed" userId="b866e970-8006-49f0-bf30-97b33a1cc9a3" providerId="ADAL" clId="{A37D491B-6170-44B5-B3ED-0023ED01D319}" dt="2026-03-30T20:01:48.286" v="164" actId="478"/>
          <ac:picMkLst>
            <pc:docMk/>
            <pc:sldMk cId="2151221350" sldId="275"/>
            <ac:picMk id="3" creationId="{EE1EE2DF-6368-77A7-E360-F65DBAC5612F}"/>
          </ac:picMkLst>
        </pc:picChg>
        <pc:picChg chg="add mod">
          <ac:chgData name="Khaled Mohamed" userId="b866e970-8006-49f0-bf30-97b33a1cc9a3" providerId="ADAL" clId="{A37D491B-6170-44B5-B3ED-0023ED01D319}" dt="2026-03-30T20:01:56.356" v="167" actId="26606"/>
          <ac:picMkLst>
            <pc:docMk/>
            <pc:sldMk cId="2151221350" sldId="275"/>
            <ac:picMk id="4" creationId="{86B913B7-C3D6-1DC6-F47E-F9A11554C544}"/>
          </ac:picMkLst>
        </pc:picChg>
      </pc:sldChg>
      <pc:sldChg chg="addSp delSp modSp add mod setBg">
        <pc:chgData name="Khaled Mohamed" userId="b866e970-8006-49f0-bf30-97b33a1cc9a3" providerId="ADAL" clId="{A37D491B-6170-44B5-B3ED-0023ED01D319}" dt="2026-03-30T20:00:50.715" v="155" actId="26606"/>
        <pc:sldMkLst>
          <pc:docMk/>
          <pc:sldMk cId="3654759826" sldId="276"/>
        </pc:sldMkLst>
        <pc:spChg chg="add">
          <ac:chgData name="Khaled Mohamed" userId="b866e970-8006-49f0-bf30-97b33a1cc9a3" providerId="ADAL" clId="{A37D491B-6170-44B5-B3ED-0023ED01D319}" dt="2026-03-30T20:00:50.715" v="155" actId="26606"/>
          <ac:spMkLst>
            <pc:docMk/>
            <pc:sldMk cId="3654759826" sldId="276"/>
            <ac:spMk id="9" creationId="{CF9A2BAF-0F59-46A1-ADAE-18D87454937F}"/>
          </ac:spMkLst>
        </pc:spChg>
        <pc:picChg chg="del">
          <ac:chgData name="Khaled Mohamed" userId="b866e970-8006-49f0-bf30-97b33a1cc9a3" providerId="ADAL" clId="{A37D491B-6170-44B5-B3ED-0023ED01D319}" dt="2026-03-30T20:00:42.675" v="152" actId="478"/>
          <ac:picMkLst>
            <pc:docMk/>
            <pc:sldMk cId="3654759826" sldId="276"/>
            <ac:picMk id="3" creationId="{B5993974-0349-1D69-C7D2-D841AB2CE232}"/>
          </ac:picMkLst>
        </pc:picChg>
        <pc:picChg chg="add mod">
          <ac:chgData name="Khaled Mohamed" userId="b866e970-8006-49f0-bf30-97b33a1cc9a3" providerId="ADAL" clId="{A37D491B-6170-44B5-B3ED-0023ED01D319}" dt="2026-03-30T20:00:50.715" v="155" actId="26606"/>
          <ac:picMkLst>
            <pc:docMk/>
            <pc:sldMk cId="3654759826" sldId="276"/>
            <ac:picMk id="4" creationId="{B8678BCA-DAAB-B2A1-F5A2-915A0F6882B2}"/>
          </ac:picMkLst>
        </pc:picChg>
      </pc:sldChg>
      <pc:sldChg chg="new del">
        <pc:chgData name="Khaled Mohamed" userId="b866e970-8006-49f0-bf30-97b33a1cc9a3" providerId="ADAL" clId="{A37D491B-6170-44B5-B3ED-0023ED01D319}" dt="2026-03-30T11:57:09.378" v="5" actId="47"/>
        <pc:sldMkLst>
          <pc:docMk/>
          <pc:sldMk cId="3348909365" sldId="277"/>
        </pc:sldMkLst>
      </pc:sldChg>
      <pc:sldChg chg="addSp delSp modSp add mod">
        <pc:chgData name="Khaled Mohamed" userId="b866e970-8006-49f0-bf30-97b33a1cc9a3" providerId="ADAL" clId="{A37D491B-6170-44B5-B3ED-0023ED01D319}" dt="2026-03-30T20:10:53.989" v="188" actId="14100"/>
        <pc:sldMkLst>
          <pc:docMk/>
          <pc:sldMk cId="4281896397" sldId="277"/>
        </pc:sldMkLst>
        <pc:picChg chg="del mod">
          <ac:chgData name="Khaled Mohamed" userId="b866e970-8006-49f0-bf30-97b33a1cc9a3" providerId="ADAL" clId="{A37D491B-6170-44B5-B3ED-0023ED01D319}" dt="2026-03-30T20:10:20.125" v="181" actId="478"/>
          <ac:picMkLst>
            <pc:docMk/>
            <pc:sldMk cId="4281896397" sldId="277"/>
            <ac:picMk id="3" creationId="{A3874D70-2088-CF0D-873F-E2964441DAD9}"/>
          </ac:picMkLst>
        </pc:picChg>
        <pc:picChg chg="add mod">
          <ac:chgData name="Khaled Mohamed" userId="b866e970-8006-49f0-bf30-97b33a1cc9a3" providerId="ADAL" clId="{A37D491B-6170-44B5-B3ED-0023ED01D319}" dt="2026-03-30T20:10:53.989" v="188" actId="14100"/>
          <ac:picMkLst>
            <pc:docMk/>
            <pc:sldMk cId="4281896397" sldId="277"/>
            <ac:picMk id="4" creationId="{96E6A970-458C-E215-2409-1287CF729E99}"/>
          </ac:picMkLst>
        </pc:picChg>
      </pc:sldChg>
      <pc:sldChg chg="addSp modSp new mod">
        <pc:chgData name="Khaled Mohamed" userId="b866e970-8006-49f0-bf30-97b33a1cc9a3" providerId="ADAL" clId="{A37D491B-6170-44B5-B3ED-0023ED01D319}" dt="2026-03-30T19:44:34.800" v="125"/>
        <pc:sldMkLst>
          <pc:docMk/>
          <pc:sldMk cId="1170601716" sldId="278"/>
        </pc:sldMkLst>
        <pc:picChg chg="add mod">
          <ac:chgData name="Khaled Mohamed" userId="b866e970-8006-49f0-bf30-97b33a1cc9a3" providerId="ADAL" clId="{A37D491B-6170-44B5-B3ED-0023ED01D319}" dt="2026-03-30T19:44:34.800" v="125"/>
          <ac:picMkLst>
            <pc:docMk/>
            <pc:sldMk cId="1170601716" sldId="278"/>
            <ac:picMk id="3" creationId="{CF4BC976-A7D7-B3F7-E5E3-DB494C11EC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AAEEB-E552-4515-8EDA-EBBBAB90656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AD798-8A68-4287-9366-52C1A31D8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7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AD798-8A68-4287-9366-52C1A31D8E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4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32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8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12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2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1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4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7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548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996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90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3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5522F79-FBE0-4DCE-AA69-3C61EF3004A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2F304A7-8CD6-462C-882D-2D4DD91FC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290560" y="-975360"/>
            <a:ext cx="5486400" cy="54864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3048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085040" y="963168"/>
            <a:ext cx="2682240" cy="4632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673549" y="963168"/>
            <a:ext cx="26822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CASE STUDY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3632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for IT </a:t>
            </a:r>
            <a:r>
              <a:rPr lang="en-US" sz="4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682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AI-Driven IT Service Management</a:t>
            </a:r>
            <a:endParaRPr lang="en-US" sz="2400" b="1" dirty="0"/>
          </a:p>
          <a:p>
            <a:r>
              <a:rPr lang="en-US" sz="24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Corporate Environment</a:t>
            </a:r>
            <a:endParaRPr lang="en-US" sz="24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85344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548640" y="42672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AIB913 – Case Studies in AI for Business  |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Khaled Khalefa  |  23227103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815840"/>
            <a:ext cx="10972800" cy="1262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i="1" dirty="0">
                <a:solidFill>
                  <a:srgbClr val="54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 Prof. Ahmed </a:t>
            </a:r>
            <a:r>
              <a:rPr lang="en-US" sz="2400" b="1" i="1" dirty="0" err="1">
                <a:solidFill>
                  <a:srgbClr val="54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ElSeddawy</a:t>
            </a:r>
            <a:endParaRPr lang="en-US" sz="2400" b="1" i="1" dirty="0">
              <a:solidFill>
                <a:srgbClr val="54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b="1" i="1" dirty="0">
                <a:solidFill>
                  <a:srgbClr val="54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Vice Dean of Educational Affairs- Smart Village</a:t>
            </a:r>
          </a:p>
          <a:p>
            <a:r>
              <a:rPr lang="en-US" sz="2400" b="1" i="1" dirty="0">
                <a:solidFill>
                  <a:srgbClr val="54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Ahmed.Bahgat@aast.edu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EF7793-2099-4130-220A-1B1908FA2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72" y="500124"/>
            <a:ext cx="1381468" cy="1193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657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26720" y="128016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26720" y="1280160"/>
            <a:ext cx="670560" cy="1036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26720" y="128016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01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182624" y="137769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Business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2624" y="182880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background and the problem being solved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26720" y="256032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26720" y="2560320"/>
            <a:ext cx="670560" cy="1036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26720" y="256032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02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182624" y="265785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2624" y="31089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deployed: NLP, ML, Generative AI, RPA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426720" y="384048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26720" y="3840480"/>
            <a:ext cx="670560" cy="1036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26720" y="384048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03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1182624" y="393801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Techniques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2624" y="43891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ML models, and analytical methods used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26720" y="512064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26720" y="5120640"/>
            <a:ext cx="670560" cy="1036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26720" y="512064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04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182624" y="521817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2624" y="566928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 and operates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6278880" y="128016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278880" y="1280160"/>
            <a:ext cx="670560" cy="103632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278880" y="128016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05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7034784" y="137769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34784" y="182880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with the Odoo ERP system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6278880" y="256032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6278880" y="2560320"/>
            <a:ext cx="670560" cy="103632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278880" y="256032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06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7034784" y="265785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4784" y="31089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operational, and strategic value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278880" y="384048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6278880" y="3840480"/>
            <a:ext cx="670560" cy="103632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6278880" y="384048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07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7034784" y="393801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Ethics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34784" y="43891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bias, adoption risk, and limitations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6278880" y="5120640"/>
            <a:ext cx="54864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6278880" y="5120640"/>
            <a:ext cx="670560" cy="103632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6278880" y="5120640"/>
            <a:ext cx="6705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08</a:t>
            </a:r>
            <a:endParaRPr lang="en-US" sz="1867" dirty="0"/>
          </a:p>
        </p:txBody>
      </p:sp>
      <p:sp>
        <p:nvSpPr>
          <p:cNvPr id="42" name="Text 40"/>
          <p:cNvSpPr/>
          <p:nvPr/>
        </p:nvSpPr>
        <p:spPr>
          <a:xfrm>
            <a:off x="7034784" y="521817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34784" y="566928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and future capabilities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Business Problem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system solve?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6083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5608320" cy="853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1645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 Context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70560" y="2292096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IT Service Management (ITSM) for medium-to-large organization</a:t>
            </a:r>
          </a:p>
        </p:txBody>
      </p:sp>
      <p:sp>
        <p:nvSpPr>
          <p:cNvPr id="9" name="Text 7"/>
          <p:cNvSpPr/>
          <p:nvPr/>
        </p:nvSpPr>
        <p:spPr>
          <a:xfrm>
            <a:off x="670560" y="285292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Hundreds to thousands of networked devices across multiple zones</a:t>
            </a:r>
            <a:endParaRPr lang="en-US" sz="1533" dirty="0"/>
          </a:p>
        </p:txBody>
      </p:sp>
      <p:sp>
        <p:nvSpPr>
          <p:cNvPr id="10" name="Text 8"/>
          <p:cNvSpPr/>
          <p:nvPr/>
        </p:nvSpPr>
        <p:spPr>
          <a:xfrm>
            <a:off x="670560" y="341376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Competitive market: ServiceNow, Zendesk, Freshdesk — but none offer proactive AI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670560" y="397459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60%+ of helpdesk queries involve previously-seen issues (Gartner 2024)</a:t>
            </a:r>
            <a:endParaRPr lang="en-US" sz="1533" dirty="0"/>
          </a:p>
        </p:txBody>
      </p:sp>
      <p:sp>
        <p:nvSpPr>
          <p:cNvPr id="12" name="Text 10"/>
          <p:cNvSpPr/>
          <p:nvPr/>
        </p:nvSpPr>
        <p:spPr>
          <a:xfrm>
            <a:off x="670560" y="453542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Remote work has expanded device estates beyond traditional equipment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6339840" y="1524000"/>
            <a:ext cx="56083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339840" y="1524000"/>
            <a:ext cx="5608320" cy="85344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Gap Analysis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339840" y="2292096"/>
            <a:ext cx="5608320" cy="8534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339840" y="2292096"/>
            <a:ext cx="97536" cy="853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522720" y="2340864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6522720" y="2657856"/>
            <a:ext cx="4998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expert-dependent diagnostics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046720" y="2340864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MTTR &amp; inconsistency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6339840" y="3243072"/>
            <a:ext cx="5608320" cy="853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39840" y="3243072"/>
            <a:ext cx="97536" cy="85344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522720" y="3291840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522720" y="3608832"/>
            <a:ext cx="4998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maintenance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8046720" y="3291840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reactive operations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339840" y="4194048"/>
            <a:ext cx="5608320" cy="8534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6339840" y="4194048"/>
            <a:ext cx="97536" cy="85344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522720" y="4242816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522720" y="4559808"/>
            <a:ext cx="4998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downtime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8046720" y="4242816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productivity loss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6339840" y="5145024"/>
            <a:ext cx="5608320" cy="853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6339840" y="5145024"/>
            <a:ext cx="97536" cy="853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522720" y="5193792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6522720" y="5510784"/>
            <a:ext cx="4998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knowledge capture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8046720" y="5193792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reinvent solutions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50248-B9F6-2107-A731-295DECC57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AI technologies working together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486400" cy="2255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5486400" cy="853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70560" y="1743456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70560" y="17434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💬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1548384" y="1816608"/>
            <a:ext cx="414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Processing(NPL)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548384" y="24018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Classifies ticket text automatically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48384" y="27310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Speech-to-text for verbal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48384" y="30601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24/7 chatbot for user queries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48384" y="33893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Routes tickets to correct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8880" y="1524000"/>
            <a:ext cx="5486400" cy="2255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278880" y="1524000"/>
            <a:ext cx="5486400" cy="8534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522720" y="1743456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522720" y="17434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🤖</a:t>
            </a:r>
            <a:endParaRPr lang="en-US" sz="2667" dirty="0"/>
          </a:p>
        </p:txBody>
      </p:sp>
      <p:sp>
        <p:nvSpPr>
          <p:cNvPr id="18" name="Text 16"/>
          <p:cNvSpPr/>
          <p:nvPr/>
        </p:nvSpPr>
        <p:spPr>
          <a:xfrm>
            <a:off x="7400544" y="1816608"/>
            <a:ext cx="414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Learning(ML)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7400544" y="24018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Supervised: ticket classification &amp; priority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0544" y="27310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Unsupervised: anomaly &amp; pattern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0544" y="30601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Semi-supervised: works on partial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0544" y="33893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engine for resolutions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6720" y="4084320"/>
            <a:ext cx="5486400" cy="2255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26720" y="4084320"/>
            <a:ext cx="5486400" cy="853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70560" y="4303776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70560" y="43037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✨</a:t>
            </a:r>
            <a:endParaRPr lang="en-US" sz="2667" dirty="0"/>
          </a:p>
        </p:txBody>
      </p:sp>
      <p:sp>
        <p:nvSpPr>
          <p:cNvPr id="27" name="Text 25"/>
          <p:cNvSpPr/>
          <p:nvPr/>
        </p:nvSpPr>
        <p:spPr>
          <a:xfrm>
            <a:off x="1548384" y="4376928"/>
            <a:ext cx="414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1548384" y="49621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'Thinking Mode' diagnostic plans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48384" y="52913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Step-by-step repair guidance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48384" y="56205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Illustrated equipment diagrams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48384" y="59496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recommendations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78880" y="4084320"/>
            <a:ext cx="5486400" cy="22555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78880" y="4084320"/>
            <a:ext cx="5486400" cy="853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6522720" y="4303776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522720" y="43037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⚙️</a:t>
            </a:r>
            <a:endParaRPr lang="en-US" sz="2667" dirty="0"/>
          </a:p>
        </p:txBody>
      </p:sp>
      <p:sp>
        <p:nvSpPr>
          <p:cNvPr id="36" name="Text 34"/>
          <p:cNvSpPr/>
          <p:nvPr/>
        </p:nvSpPr>
        <p:spPr>
          <a:xfrm>
            <a:off x="7400544" y="4376928"/>
            <a:ext cx="414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Automation(RPA)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7400544" y="49621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Auto-assigns tickets on creation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00544" y="52913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resets without technician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0544" y="56205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Firmware update scheduling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0544" y="59496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status syncs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SDLC with 2-week sprints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3657600" cy="853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706880"/>
            <a:ext cx="755904" cy="7559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09600" y="170688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99616" y="176784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09600" y="259689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11" name="Text 9"/>
          <p:cNvSpPr/>
          <p:nvPr/>
        </p:nvSpPr>
        <p:spPr>
          <a:xfrm>
            <a:off x="1499616" y="259689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analysis, stakeholder interviews</a:t>
            </a:r>
            <a:endParaRPr lang="en-US" sz="1267" dirty="0"/>
          </a:p>
        </p:txBody>
      </p:sp>
      <p:sp>
        <p:nvSpPr>
          <p:cNvPr id="12" name="Text 10"/>
          <p:cNvSpPr/>
          <p:nvPr/>
        </p:nvSpPr>
        <p:spPr>
          <a:xfrm>
            <a:off x="609600" y="318211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13" name="Text 11"/>
          <p:cNvSpPr/>
          <p:nvPr/>
        </p:nvSpPr>
        <p:spPr>
          <a:xfrm>
            <a:off x="1499616" y="318211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Agreed scope &amp; success criteria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4328160" y="152400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28160" y="1524000"/>
            <a:ext cx="3657600" cy="8534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511040" y="1706880"/>
            <a:ext cx="755904" cy="75590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511040" y="170688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01056" y="176784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4511040" y="259689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5401056" y="259689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DB schema, AI model selection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4511040" y="318211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5401056" y="318211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blueprint &amp; workflow diagrams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8229600" y="152400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8229600" y="1524000"/>
            <a:ext cx="3657600" cy="853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8412480" y="1706880"/>
            <a:ext cx="755904" cy="7559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8412480" y="170688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02496" y="176784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8412480" y="259689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9302496" y="259689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training, ticketing logic, ERP integration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8412480" y="318211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9302496" y="318211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core features</a:t>
            </a:r>
            <a:endParaRPr lang="en-US" sz="1267" dirty="0"/>
          </a:p>
        </p:txBody>
      </p:sp>
      <p:sp>
        <p:nvSpPr>
          <p:cNvPr id="32" name="Shape 30"/>
          <p:cNvSpPr/>
          <p:nvPr/>
        </p:nvSpPr>
        <p:spPr>
          <a:xfrm>
            <a:off x="426720" y="402336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426720" y="4023360"/>
            <a:ext cx="3657600" cy="853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609600" y="4206240"/>
            <a:ext cx="755904" cy="7559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09600" y="420624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499616" y="426720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609600" y="509625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38" name="Text 36"/>
          <p:cNvSpPr/>
          <p:nvPr/>
        </p:nvSpPr>
        <p:spPr>
          <a:xfrm>
            <a:off x="1499616" y="509625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validation, user acceptance testing</a:t>
            </a:r>
            <a:endParaRPr lang="en-US" sz="1267" dirty="0"/>
          </a:p>
        </p:txBody>
      </p:sp>
      <p:sp>
        <p:nvSpPr>
          <p:cNvPr id="39" name="Text 37"/>
          <p:cNvSpPr/>
          <p:nvPr/>
        </p:nvSpPr>
        <p:spPr>
          <a:xfrm>
            <a:off x="609600" y="568147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40" name="Text 38"/>
          <p:cNvSpPr/>
          <p:nvPr/>
        </p:nvSpPr>
        <p:spPr>
          <a:xfrm>
            <a:off x="1499616" y="568147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Verified system performance benchmarks</a:t>
            </a:r>
            <a:endParaRPr lang="en-US" sz="1267" dirty="0"/>
          </a:p>
        </p:txBody>
      </p:sp>
      <p:sp>
        <p:nvSpPr>
          <p:cNvPr id="41" name="Shape 39"/>
          <p:cNvSpPr/>
          <p:nvPr/>
        </p:nvSpPr>
        <p:spPr>
          <a:xfrm>
            <a:off x="4328160" y="402336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4328160" y="4023360"/>
            <a:ext cx="3657600" cy="8534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4511040" y="4206240"/>
            <a:ext cx="755904" cy="7559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4511040" y="420624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401056" y="426720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67" dirty="0"/>
          </a:p>
        </p:txBody>
      </p:sp>
      <p:sp>
        <p:nvSpPr>
          <p:cNvPr id="46" name="Text 44"/>
          <p:cNvSpPr/>
          <p:nvPr/>
        </p:nvSpPr>
        <p:spPr>
          <a:xfrm>
            <a:off x="4511040" y="509625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47" name="Text 45"/>
          <p:cNvSpPr/>
          <p:nvPr/>
        </p:nvSpPr>
        <p:spPr>
          <a:xfrm>
            <a:off x="5401056" y="509625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Cloud rollout, staff onboarding, data migration</a:t>
            </a:r>
            <a:endParaRPr lang="en-US" sz="1267" dirty="0"/>
          </a:p>
        </p:txBody>
      </p:sp>
      <p:sp>
        <p:nvSpPr>
          <p:cNvPr id="48" name="Text 46"/>
          <p:cNvSpPr/>
          <p:nvPr/>
        </p:nvSpPr>
        <p:spPr>
          <a:xfrm>
            <a:off x="4511040" y="568147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49" name="Text 47"/>
          <p:cNvSpPr/>
          <p:nvPr/>
        </p:nvSpPr>
        <p:spPr>
          <a:xfrm>
            <a:off x="5401056" y="568147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system</a:t>
            </a:r>
            <a:endParaRPr lang="en-US" sz="1267" dirty="0"/>
          </a:p>
        </p:txBody>
      </p:sp>
      <p:sp>
        <p:nvSpPr>
          <p:cNvPr id="50" name="Shape 48"/>
          <p:cNvSpPr/>
          <p:nvPr/>
        </p:nvSpPr>
        <p:spPr>
          <a:xfrm>
            <a:off x="8229600" y="4023360"/>
            <a:ext cx="3657600" cy="221894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8229600" y="4023360"/>
            <a:ext cx="3657600" cy="8534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2" name="Shape 50"/>
          <p:cNvSpPr/>
          <p:nvPr/>
        </p:nvSpPr>
        <p:spPr>
          <a:xfrm>
            <a:off x="8412480" y="4206240"/>
            <a:ext cx="755904" cy="7559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3" name="Text 51"/>
          <p:cNvSpPr/>
          <p:nvPr/>
        </p:nvSpPr>
        <p:spPr>
          <a:xfrm>
            <a:off x="8412480" y="420624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302496" y="4267200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867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8412480" y="5096256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</a:t>
            </a:r>
            <a:endParaRPr lang="en-US" sz="1267" dirty="0"/>
          </a:p>
        </p:txBody>
      </p:sp>
      <p:sp>
        <p:nvSpPr>
          <p:cNvPr id="56" name="Text 54"/>
          <p:cNvSpPr/>
          <p:nvPr/>
        </p:nvSpPr>
        <p:spPr>
          <a:xfrm>
            <a:off x="9302496" y="5096256"/>
            <a:ext cx="243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retraining, bug fixes, feature updates</a:t>
            </a:r>
            <a:endParaRPr lang="en-US" sz="1267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8412480" y="5681472"/>
            <a:ext cx="914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67" dirty="0"/>
          </a:p>
        </p:txBody>
      </p:sp>
      <p:sp>
        <p:nvSpPr>
          <p:cNvPr id="58" name="Text 56"/>
          <p:cNvSpPr/>
          <p:nvPr/>
        </p:nvSpPr>
        <p:spPr>
          <a:xfrm>
            <a:off x="9302496" y="5681472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accuracy over time</a:t>
            </a:r>
            <a:endParaRPr lang="en-US" sz="1267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4EC57-FCB8-9456-5C86-FECEEA7CF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3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Analytical Techniques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365760" y="87782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· Analytics Framework · Key Performance Indicators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41120"/>
            <a:ext cx="11460480" cy="3048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1487424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Data Types &amp; Sources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5486400" cy="829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548640" y="2072640"/>
            <a:ext cx="518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 inventory, ticket records, SLA parameters, technician rosters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5486400" cy="829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48640" y="3023616"/>
            <a:ext cx="518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Ticket descriptions &amp; voice-to-text transcripts (processed by NLP)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5486400" cy="829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548640" y="3974592"/>
            <a:ext cx="518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279392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scanner: continuous device monitoring &amp; instant status updates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365760" y="4864608"/>
            <a:ext cx="5486400" cy="829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365760" y="4864608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548640" y="4925568"/>
            <a:ext cx="518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230368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case archive — descriptions, diagnostics &amp; resolutions — powering ML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217920" y="1487424"/>
            <a:ext cx="5730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Analytics Framework</a:t>
            </a:r>
            <a:endParaRPr lang="en-US" sz="1867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5730240" cy="829056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217920" y="2011680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400800" y="2072640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 ·  What happened?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5425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volume, device downtime, resolution rates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217920" y="2962656"/>
            <a:ext cx="5730240" cy="829056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6217920" y="2962656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400800" y="3023616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·  Why did it happen?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6400800" y="3328416"/>
            <a:ext cx="5425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linking ticket spikes to firmware updates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6217920" y="3913632"/>
            <a:ext cx="5730240" cy="829056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6217920" y="3913632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6400800" y="3974592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 ·  What will happen?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6400800" y="4279392"/>
            <a:ext cx="5425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devices with failure patterns statistically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6217920" y="4864608"/>
            <a:ext cx="5730240" cy="829056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6217920" y="4864608"/>
            <a:ext cx="85344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400800" y="4925568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 ·  What should we do?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400800" y="5230368"/>
            <a:ext cx="54254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resolution workflows from device history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19456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Data Mining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365760" y="87782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· Decision-Support Techniques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41120"/>
            <a:ext cx="11460480" cy="3048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1487424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60576" y="2255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365760" y="3718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60576" y="3779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365760" y="5242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60576" y="5303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323088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25696" y="2255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3230880" y="3718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3779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3230880" y="5242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25696" y="5303520"/>
            <a:ext cx="152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530352" y="1499616"/>
            <a:ext cx="5730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Techniques</a:t>
            </a:r>
            <a:endParaRPr lang="en-US" sz="1867" dirty="0"/>
          </a:p>
        </p:txBody>
      </p:sp>
      <p:sp>
        <p:nvSpPr>
          <p:cNvPr id="26" name="Shape 24"/>
          <p:cNvSpPr/>
          <p:nvPr/>
        </p:nvSpPr>
        <p:spPr>
          <a:xfrm>
            <a:off x="670560" y="2133944"/>
            <a:ext cx="5730240" cy="97536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17920" y="2011680"/>
            <a:ext cx="85344" cy="975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35152" y="2164574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152" y="2528574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incoming tickets to predefined categories automatically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70560" y="3197524"/>
            <a:ext cx="5730240" cy="97536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217920" y="3133344"/>
            <a:ext cx="85344" cy="975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792480" y="3231052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5152" y="3608832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devices &amp; incidents by similarity to surface systemic patterns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70560" y="4242816"/>
            <a:ext cx="5730240" cy="97536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6217920" y="4255008"/>
            <a:ext cx="85344" cy="975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35152" y="4244447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5152" y="4680182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factor combinations (age + load + time) co-occurring with faults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682752" y="5299398"/>
            <a:ext cx="5730240" cy="97536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217920" y="5376672"/>
            <a:ext cx="85344" cy="975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762000" y="5358384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152" y="5768362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statistical outliers before users report a problem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are not replaced — their decision-making is informed and accelerated.</a:t>
            </a:r>
            <a:endParaRPr lang="en-US" sz="13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68256-1C9B-01A1-4A54-34B62AA61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support ticket flows through the AI platform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84960"/>
            <a:ext cx="1341120" cy="13411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26720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1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1767840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304800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Reported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04800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or chatbot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84832" y="1584960"/>
            <a:ext cx="1341120" cy="134112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2084832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2</a:t>
            </a:r>
            <a:endParaRPr lang="en-US" sz="2933" dirty="0"/>
          </a:p>
        </p:txBody>
      </p:sp>
      <p:sp>
        <p:nvSpPr>
          <p:cNvPr id="12" name="Shape 10"/>
          <p:cNvSpPr/>
          <p:nvPr/>
        </p:nvSpPr>
        <p:spPr>
          <a:xfrm>
            <a:off x="3425952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962912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62912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 &amp;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2944" y="1584960"/>
            <a:ext cx="1341120" cy="13411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742944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3</a:t>
            </a:r>
            <a:endParaRPr lang="en-US" sz="2933" dirty="0"/>
          </a:p>
        </p:txBody>
      </p:sp>
      <p:sp>
        <p:nvSpPr>
          <p:cNvPr id="17" name="Shape 15"/>
          <p:cNvSpPr/>
          <p:nvPr/>
        </p:nvSpPr>
        <p:spPr>
          <a:xfrm>
            <a:off x="5084064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3621024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Lookup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21024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ERP inventory history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01056" y="1584960"/>
            <a:ext cx="1341120" cy="13411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5401056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4</a:t>
            </a:r>
            <a:endParaRPr lang="en-US" sz="2933" dirty="0"/>
          </a:p>
        </p:txBody>
      </p:sp>
      <p:sp>
        <p:nvSpPr>
          <p:cNvPr id="22" name="Shape 20"/>
          <p:cNvSpPr/>
          <p:nvPr/>
        </p:nvSpPr>
        <p:spPr>
          <a:xfrm>
            <a:off x="6742176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5279136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79136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generated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59168" y="1584960"/>
            <a:ext cx="1341120" cy="13411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059168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5</a:t>
            </a:r>
            <a:endParaRPr lang="en-US" sz="2933" dirty="0"/>
          </a:p>
        </p:txBody>
      </p:sp>
      <p:sp>
        <p:nvSpPr>
          <p:cNvPr id="27" name="Shape 25"/>
          <p:cNvSpPr/>
          <p:nvPr/>
        </p:nvSpPr>
        <p:spPr>
          <a:xfrm>
            <a:off x="8400288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937248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37248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applies &amp; documents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17280" y="1584960"/>
            <a:ext cx="1341120" cy="13411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8717280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6</a:t>
            </a:r>
            <a:endParaRPr lang="en-US" sz="2933" dirty="0"/>
          </a:p>
        </p:txBody>
      </p:sp>
      <p:sp>
        <p:nvSpPr>
          <p:cNvPr id="32" name="Shape 30"/>
          <p:cNvSpPr/>
          <p:nvPr/>
        </p:nvSpPr>
        <p:spPr>
          <a:xfrm>
            <a:off x="10058400" y="2170176"/>
            <a:ext cx="316992" cy="1706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8595360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95360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Outcome written to ERP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75392" y="1584960"/>
            <a:ext cx="1341120" cy="13411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10375392" y="1584960"/>
            <a:ext cx="13411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7</a:t>
            </a:r>
            <a:endParaRPr lang="en-US" sz="2933" dirty="0"/>
          </a:p>
        </p:txBody>
      </p:sp>
      <p:sp>
        <p:nvSpPr>
          <p:cNvPr id="37" name="Text 35"/>
          <p:cNvSpPr/>
          <p:nvPr/>
        </p:nvSpPr>
        <p:spPr>
          <a:xfrm>
            <a:off x="10253472" y="30236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</a:t>
            </a:r>
            <a:endParaRPr lang="en-US" sz="1333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253472" y="3462528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 retrained on new 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6720" y="4145280"/>
            <a:ext cx="11338560" cy="4876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426720" y="4291584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Used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6720" y="4754880"/>
            <a:ext cx="560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▸ Structured: Device inventory, ticket records, SLA parameters, rosters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78880" y="4754880"/>
            <a:ext cx="560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▸ Unstructured: Ticket text, technician notes, user voice descriptions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6720" y="5145024"/>
            <a:ext cx="560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▸ Semi-structured: SNMP device logs, API responses, diagnostic scan outputs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78880" y="5145024"/>
            <a:ext cx="560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▸ External: Vendor technical docs, knowledge base articles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913B7-C3D6-1DC6-F47E-F9A11554C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21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with Odoo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intelligence with enterprise data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486400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109728" cy="1402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164592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4084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Module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1645920" y="2133600"/>
            <a:ext cx="4084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records, serial numbers, IP addresses, maintenance history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278880" y="1524000"/>
            <a:ext cx="5486400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278880" y="1524000"/>
            <a:ext cx="109728" cy="14020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522720" y="164592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🎫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498080" y="1645920"/>
            <a:ext cx="4084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Module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7498080" y="2133600"/>
            <a:ext cx="4084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lifecycle, SLA tracking, technician workload management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26720" y="3108960"/>
            <a:ext cx="5486400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26720" y="3108960"/>
            <a:ext cx="109728" cy="1402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70560" y="323088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45920" y="3230880"/>
            <a:ext cx="4084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Module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645920" y="3718560"/>
            <a:ext cx="4084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 tracking, maintenance budgets, ROI reporting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278880" y="3108960"/>
            <a:ext cx="5486400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278880" y="3108960"/>
            <a:ext cx="109728" cy="1402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522720" y="323088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498080" y="3230880"/>
            <a:ext cx="4084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7498080" y="3718560"/>
            <a:ext cx="4084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skills, staffing, training needs from ticket data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426720" y="4754880"/>
            <a:ext cx="11338560" cy="176784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70560" y="4852416"/>
            <a:ext cx="60960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Implementation Challenges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70560" y="53644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Quality: Historical ERP records were incomplete — significant cleansing needed before ML training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0560" y="570585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Customisation: Standard Odoo modules needed bespoke development for bidirectional synchronisation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0560" y="604723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Resistance: Some staff preferred logging directly in ERP — change management was essential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78BCA-DAAB-B2A1-F5A2-915A0F688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" r="25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5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Value Creation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outcomes of deploying Helpdesk Support AI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3657600" cy="1889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26720" y="1524000"/>
            <a:ext cx="36576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26720" y="2682240"/>
            <a:ext cx="3657600" cy="7315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26720" y="268224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MTTR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26720" y="3096768"/>
            <a:ext cx="3657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AI Operations Report 2023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524000"/>
            <a:ext cx="3657600" cy="18897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328160" y="1524000"/>
            <a:ext cx="36576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4328160" y="2682240"/>
            <a:ext cx="3657600" cy="7315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328160" y="268224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time freed per week (team of 10)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4328160" y="3096768"/>
            <a:ext cx="3657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resolution time saving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524000"/>
            <a:ext cx="3657600" cy="1889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229600" y="1524000"/>
            <a:ext cx="36576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8229600" y="2682240"/>
            <a:ext cx="3657600" cy="7315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229600" y="268224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involve previously seen issues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229600" y="3096768"/>
            <a:ext cx="3657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ITSM Report 2024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" y="3657600"/>
            <a:ext cx="3657600" cy="2804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26720" y="3657600"/>
            <a:ext cx="3657600" cy="8534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73024" y="3779520"/>
            <a:ext cx="336499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</a:t>
            </a:r>
            <a:r>
              <a:rPr lang="en-US" sz="1667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67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3024" y="4340352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labour on routine tickets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3024" y="5023104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Lower downtime costs via faster resolution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3024" y="5705856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Fewer repeat incidents as knowledge base grows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657600"/>
            <a:ext cx="3657600" cy="2804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4328160" y="3657600"/>
            <a:ext cx="3657600" cy="8534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4474464" y="3779520"/>
            <a:ext cx="336499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</a:t>
            </a:r>
            <a:r>
              <a:rPr lang="en-US" sz="1667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67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74464" y="4340352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SLA compliance through auto-escalation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74464" y="5023104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Even technician workload distribution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74464" y="5705856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New staff become productive faster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0" y="3657600"/>
            <a:ext cx="3657600" cy="2804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229600" y="3657600"/>
            <a:ext cx="3657600" cy="8534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8375904" y="3779520"/>
            <a:ext cx="336499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</a:t>
            </a:r>
            <a:r>
              <a:rPr lang="en-US" sz="1667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667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75904" y="4340352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Growing data asset that compounds over time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75904" y="5023104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for autonomous incident resolution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75904" y="5705856"/>
            <a:ext cx="336499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predictive procurement and planning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EE18D-577A-7B19-6B06-9E4A20EDA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96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&amp; Limitations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for responsible AI deployment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4864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5486400" cy="9753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170688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 Privacy &amp; GDPR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231648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Tickets identify users; network scans reveal location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68224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transcripts may capture sensitive conversations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4800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inform users of data collection and retention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41376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data in transit must be encrypted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880" y="1524000"/>
            <a:ext cx="54864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278880" y="1524000"/>
            <a:ext cx="5486400" cy="97536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461760" y="170688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ISO 27001 – Access Control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461760" y="231648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access: admin, technician, standard user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1760" y="268224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accounts must use multi-factor 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1760" y="304800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access events logged and retained for 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1760" y="341376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rights reviewed on staff role changes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6720" y="4084320"/>
            <a:ext cx="54864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26720" y="4084320"/>
            <a:ext cx="5486400" cy="975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09600" y="426720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AI Bias Risk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09600" y="487680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learn from historical data — bias is inherited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600" y="524256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Underrepresented device types get poorer predictions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" y="560832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performance audits across ticket sub-categories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600" y="597408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Targeted retraining where disparities are found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8880" y="4084320"/>
            <a:ext cx="54864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6278880" y="4084320"/>
            <a:ext cx="5486400" cy="9753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461760" y="426720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Adoption &amp; Limitations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6461760" y="487680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Technicians may bypass the AI and revert to old habits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1760" y="524256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management and early wins are essential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1760" y="560832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outputs are predictions, not definitive diagnoses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61760" y="5974080"/>
            <a:ext cx="512064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Novel problems still require experienced human judgement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9A2BAF-0F59-46A1-ADAE-18D87454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0DDA2-8386-EB75-4EAD-6D30B9761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92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341376"/>
            <a:ext cx="11338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Scope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426720" y="103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advice and next-generation capabilities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608320" cy="262128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160934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Strategic Recommendations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70560" y="2243328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70560" y="2243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1158240" y="2218944"/>
            <a:ext cx="469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data quality BEFORE deploying AI — clean historical records are essential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70560" y="2852928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7056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158240" y="2828544"/>
            <a:ext cx="469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change management as equally important as technical implementation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70560" y="3462528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70560" y="3462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1158240" y="3438144"/>
            <a:ext cx="469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data governance framework from day one with clear ownership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339840" y="1524000"/>
            <a:ext cx="5608320" cy="2621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339840" y="1524000"/>
            <a:ext cx="5608320" cy="853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583680" y="164592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Capabilities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6583680" y="22433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Predictive intelligence: flag devices likely to fail days in advance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583680" y="2852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IoT sensor integration for server room and hardware monitoring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583680" y="34625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AI-driven procurement: auto-generate POs before shortages occur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426720" y="4328160"/>
            <a:ext cx="11521440" cy="213360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426720" y="4328160"/>
            <a:ext cx="109728" cy="2133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70560" y="4413504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ERP &amp; AI Expansion Roadmap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670560" y="50231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AI: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0560" y="5388864"/>
            <a:ext cx="3535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consumable patterns → auto-purchase recommendations before stock runs out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4450080" y="50231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Forecasting: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50080" y="5388864"/>
            <a:ext cx="3535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IT support costs based on device estate age profile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8229600" y="50231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5388864"/>
            <a:ext cx="3535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ticket volume forecasts to recommend optimal staffing levels</a:t>
            </a:r>
            <a:endParaRPr lang="en-US" sz="13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6A970-458C-E215-2409-1287CF729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28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1896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9144000" y="-1219200"/>
            <a:ext cx="6096000" cy="60960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48640" y="4876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267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6096000" cy="48768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🎯</a:t>
            </a:r>
            <a:endParaRPr lang="en-US" sz="2933" dirty="0"/>
          </a:p>
        </p:txBody>
      </p:sp>
      <p:sp>
        <p:nvSpPr>
          <p:cNvPr id="9" name="Text 7"/>
          <p:cNvSpPr/>
          <p:nvPr/>
        </p:nvSpPr>
        <p:spPr>
          <a:xfrm>
            <a:off x="1341120" y="1536192"/>
            <a:ext cx="1828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341120" y="1975104"/>
            <a:ext cx="999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helpdesks are reactive, knowledge-siloed, and inefficient — causing avoidable cost and downtime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548640" y="269443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🤖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341120" y="2694432"/>
            <a:ext cx="1828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341120" y="3133344"/>
            <a:ext cx="999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(NLP + ML + GenAI + RPA) transforms the helpdesk into a proactive, intelligent support command centre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548640" y="385267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💼</a:t>
            </a:r>
            <a:endParaRPr lang="en-US" sz="2933" dirty="0"/>
          </a:p>
        </p:txBody>
      </p:sp>
      <p:sp>
        <p:nvSpPr>
          <p:cNvPr id="15" name="Text 13"/>
          <p:cNvSpPr/>
          <p:nvPr/>
        </p:nvSpPr>
        <p:spPr>
          <a:xfrm>
            <a:off x="1341120" y="3852672"/>
            <a:ext cx="1828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Value: 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341120" y="4291584"/>
            <a:ext cx="999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 MTTR reduction, even workload distribution, SLA compliance, and a compounding data asset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548640" y="501091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⚠️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1341120" y="5010912"/>
            <a:ext cx="1828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Responsibility: 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341120" y="5449824"/>
            <a:ext cx="999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(GDPR), ISO 27001 access control, bias auditing, and strong change management are non-negotiable</a:t>
            </a:r>
            <a:endParaRPr lang="en-US" sz="1533" dirty="0"/>
          </a:p>
        </p:txBody>
      </p:sp>
      <p:sp>
        <p:nvSpPr>
          <p:cNvPr id="20" name="Shape 18"/>
          <p:cNvSpPr/>
          <p:nvPr/>
        </p:nvSpPr>
        <p:spPr>
          <a:xfrm>
            <a:off x="548640" y="6156960"/>
            <a:ext cx="11216640" cy="48768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548640" y="6315456"/>
            <a:ext cx="11216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Case Study  |  AIB913 – AI for Business  |  Khaled Khalefa  |  23227103</a:t>
            </a:r>
            <a:endParaRPr lang="en-US" sz="13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BC976-A7D7-B3F7-E5E3-DB494C11E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01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193</TotalTime>
  <Words>1422</Words>
  <Application>Microsoft Office PowerPoint</Application>
  <PresentationFormat>Widescreen</PresentationFormat>
  <Paragraphs>289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Calibri</vt:lpstr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Mohamed</dc:creator>
  <cp:lastModifiedBy>Khaled Mohamed</cp:lastModifiedBy>
  <cp:revision>1</cp:revision>
  <dcterms:created xsi:type="dcterms:W3CDTF">2026-03-30T11:54:59Z</dcterms:created>
  <dcterms:modified xsi:type="dcterms:W3CDTF">2026-03-30T20:10:56Z</dcterms:modified>
</cp:coreProperties>
</file>